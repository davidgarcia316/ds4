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Fira Sans Light" charset="1" panose="020B0403050000020004"/>
      <p:regular r:id="rId14"/>
    </p:embeddedFont>
    <p:embeddedFont>
      <p:font typeface="Fira Sans Heavy" charset="1" panose="020B0A03050000020004"/>
      <p:regular r:id="rId15"/>
    </p:embeddedFont>
    <p:embeddedFont>
      <p:font typeface="Helios" charset="1" panose="020B05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193" y="-398426"/>
            <a:ext cx="2849062" cy="2854252"/>
          </a:xfrm>
          <a:custGeom>
            <a:avLst/>
            <a:gdLst/>
            <a:ahLst/>
            <a:cxnLst/>
            <a:rect r="r" b="b" t="t" l="l"/>
            <a:pathLst>
              <a:path h="2854252" w="2849062">
                <a:moveTo>
                  <a:pt x="0" y="0"/>
                </a:moveTo>
                <a:lnTo>
                  <a:pt x="2849063" y="0"/>
                </a:lnTo>
                <a:lnTo>
                  <a:pt x="2849063" y="2854252"/>
                </a:lnTo>
                <a:lnTo>
                  <a:pt x="0" y="285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08126">
            <a:off x="1133771" y="777988"/>
            <a:ext cx="3048633" cy="1152938"/>
          </a:xfrm>
          <a:custGeom>
            <a:avLst/>
            <a:gdLst/>
            <a:ahLst/>
            <a:cxnLst/>
            <a:rect r="r" b="b" t="t" l="l"/>
            <a:pathLst>
              <a:path h="1152938" w="3048633">
                <a:moveTo>
                  <a:pt x="0" y="0"/>
                </a:moveTo>
                <a:lnTo>
                  <a:pt x="3048633" y="0"/>
                </a:lnTo>
                <a:lnTo>
                  <a:pt x="3048633" y="1152937"/>
                </a:lnTo>
                <a:lnTo>
                  <a:pt x="0" y="1152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658889" y="6604434"/>
            <a:ext cx="10316927" cy="618445"/>
            <a:chOff x="0" y="0"/>
            <a:chExt cx="2717215" cy="1628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7215" cy="162883"/>
            </a:xfrm>
            <a:custGeom>
              <a:avLst/>
              <a:gdLst/>
              <a:ahLst/>
              <a:cxnLst/>
              <a:rect r="r" b="b" t="t" l="l"/>
              <a:pathLst>
                <a:path h="162883" w="2717215">
                  <a:moveTo>
                    <a:pt x="0" y="0"/>
                  </a:moveTo>
                  <a:lnTo>
                    <a:pt x="2717215" y="0"/>
                  </a:lnTo>
                  <a:lnTo>
                    <a:pt x="2717215" y="162883"/>
                  </a:lnTo>
                  <a:lnTo>
                    <a:pt x="0" y="162883"/>
                  </a:lnTo>
                  <a:close/>
                </a:path>
              </a:pathLst>
            </a:custGeom>
            <a:solidFill>
              <a:srgbClr val="D2F4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17215" cy="200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89441" y="2541551"/>
            <a:ext cx="13934145" cy="142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sz="3849" spc="1020">
                <a:solidFill>
                  <a:srgbClr val="40404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UNIVERSIDAD TECNOLOGICA DE PANAMÀ</a:t>
            </a:r>
          </a:p>
          <a:p>
            <a:pPr algn="ctr">
              <a:lnSpc>
                <a:spcPts val="3695"/>
              </a:lnSpc>
            </a:pPr>
            <a:r>
              <a:rPr lang="en-US" sz="3849" spc="1020">
                <a:solidFill>
                  <a:srgbClr val="40404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FACULTAD DE INGENIERIA DE SISTEMAS COMPUTACIONALES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71632" y="4856034"/>
            <a:ext cx="12233571" cy="149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0"/>
              </a:lnSpc>
            </a:pPr>
            <a:r>
              <a:rPr lang="en-US" b="true" sz="5927" spc="2454">
                <a:solidFill>
                  <a:srgbClr val="404040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PROYECTO FINAL- LIBRERIA WEB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70860" y="6848475"/>
            <a:ext cx="5162738" cy="18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0"/>
              </a:lnSpc>
            </a:pPr>
            <a:r>
              <a:rPr lang="en-US" sz="1542" spc="111">
                <a:solidFill>
                  <a:srgbClr val="404040"/>
                </a:solidFill>
                <a:latin typeface="Helios"/>
                <a:ea typeface="Helios"/>
                <a:cs typeface="Helios"/>
                <a:sym typeface="Helios"/>
              </a:rPr>
              <a:t>Presentación: David Garcia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15525420" y="7743276"/>
            <a:ext cx="2849062" cy="2854252"/>
          </a:xfrm>
          <a:custGeom>
            <a:avLst/>
            <a:gdLst/>
            <a:ahLst/>
            <a:cxnLst/>
            <a:rect r="r" b="b" t="t" l="l"/>
            <a:pathLst>
              <a:path h="2854252" w="2849062">
                <a:moveTo>
                  <a:pt x="0" y="0"/>
                </a:moveTo>
                <a:lnTo>
                  <a:pt x="2849063" y="0"/>
                </a:lnTo>
                <a:lnTo>
                  <a:pt x="2849063" y="2854251"/>
                </a:lnTo>
                <a:lnTo>
                  <a:pt x="0" y="2854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9491873">
            <a:off x="14080886" y="8268176"/>
            <a:ext cx="3048633" cy="1152938"/>
          </a:xfrm>
          <a:custGeom>
            <a:avLst/>
            <a:gdLst/>
            <a:ahLst/>
            <a:cxnLst/>
            <a:rect r="r" b="b" t="t" l="l"/>
            <a:pathLst>
              <a:path h="1152938" w="3048633">
                <a:moveTo>
                  <a:pt x="0" y="0"/>
                </a:moveTo>
                <a:lnTo>
                  <a:pt x="3048633" y="0"/>
                </a:lnTo>
                <a:lnTo>
                  <a:pt x="3048633" y="1152938"/>
                </a:lnTo>
                <a:lnTo>
                  <a:pt x="0" y="1152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85156" y="4077079"/>
            <a:ext cx="13934145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3000" spc="794">
                <a:solidFill>
                  <a:srgbClr val="40404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DESARROLLO DE SOFTWARE 4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446580" y="7480053"/>
            <a:ext cx="7411298" cy="618588"/>
            <a:chOff x="0" y="0"/>
            <a:chExt cx="1951947" cy="162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1947" cy="162920"/>
            </a:xfrm>
            <a:custGeom>
              <a:avLst/>
              <a:gdLst/>
              <a:ahLst/>
              <a:cxnLst/>
              <a:rect r="r" b="b" t="t" l="l"/>
              <a:pathLst>
                <a:path h="162920" w="1951947">
                  <a:moveTo>
                    <a:pt x="0" y="0"/>
                  </a:moveTo>
                  <a:lnTo>
                    <a:pt x="1951947" y="0"/>
                  </a:lnTo>
                  <a:lnTo>
                    <a:pt x="1951947" y="162920"/>
                  </a:lnTo>
                  <a:lnTo>
                    <a:pt x="0" y="162920"/>
                  </a:lnTo>
                  <a:close/>
                </a:path>
              </a:pathLst>
            </a:custGeom>
            <a:solidFill>
              <a:srgbClr val="D2F4E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51947" cy="201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625192" y="7713456"/>
            <a:ext cx="7054073" cy="18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0"/>
              </a:lnSpc>
            </a:pPr>
            <a:r>
              <a:rPr lang="en-US" sz="1542" spc="111">
                <a:solidFill>
                  <a:srgbClr val="404040"/>
                </a:solidFill>
                <a:latin typeface="Helios"/>
                <a:ea typeface="Helios"/>
                <a:cs typeface="Helios"/>
                <a:sym typeface="Helios"/>
              </a:rPr>
              <a:t>https://github.com/DavidGarcia316/ds4/tree/laboratorios/LibreriaWeb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690992" y="-291288"/>
            <a:ext cx="2849062" cy="2854252"/>
          </a:xfrm>
          <a:custGeom>
            <a:avLst/>
            <a:gdLst/>
            <a:ahLst/>
            <a:cxnLst/>
            <a:rect r="r" b="b" t="t" l="l"/>
            <a:pathLst>
              <a:path h="2854252" w="2849062">
                <a:moveTo>
                  <a:pt x="0" y="0"/>
                </a:moveTo>
                <a:lnTo>
                  <a:pt x="2849062" y="0"/>
                </a:lnTo>
                <a:lnTo>
                  <a:pt x="2849062" y="2854252"/>
                </a:lnTo>
                <a:lnTo>
                  <a:pt x="0" y="285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55737" y="1592232"/>
            <a:ext cx="4246173" cy="1080844"/>
          </a:xfrm>
          <a:custGeom>
            <a:avLst/>
            <a:gdLst/>
            <a:ahLst/>
            <a:cxnLst/>
            <a:rect r="r" b="b" t="t" l="l"/>
            <a:pathLst>
              <a:path h="1080844" w="4246173">
                <a:moveTo>
                  <a:pt x="0" y="0"/>
                </a:moveTo>
                <a:lnTo>
                  <a:pt x="4246173" y="0"/>
                </a:lnTo>
                <a:lnTo>
                  <a:pt x="4246173" y="1080844"/>
                </a:lnTo>
                <a:lnTo>
                  <a:pt x="0" y="108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78823" y="2673076"/>
            <a:ext cx="9180819" cy="7149563"/>
          </a:xfrm>
          <a:custGeom>
            <a:avLst/>
            <a:gdLst/>
            <a:ahLst/>
            <a:cxnLst/>
            <a:rect r="r" b="b" t="t" l="l"/>
            <a:pathLst>
              <a:path h="7149563" w="9180819">
                <a:moveTo>
                  <a:pt x="0" y="0"/>
                </a:moveTo>
                <a:lnTo>
                  <a:pt x="9180820" y="0"/>
                </a:lnTo>
                <a:lnTo>
                  <a:pt x="9180820" y="7149563"/>
                </a:lnTo>
                <a:lnTo>
                  <a:pt x="0" y="71495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9692" y="5248275"/>
            <a:ext cx="7047708" cy="171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7"/>
              </a:lnSpc>
            </a:pPr>
            <a:r>
              <a:rPr lang="en-US" b="true" sz="4622" spc="1691">
                <a:solidFill>
                  <a:srgbClr val="404040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DIAGRAMA DE INTEGRACIONES- SQL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690992" y="-291288"/>
            <a:ext cx="2849062" cy="2854252"/>
          </a:xfrm>
          <a:custGeom>
            <a:avLst/>
            <a:gdLst/>
            <a:ahLst/>
            <a:cxnLst/>
            <a:rect r="r" b="b" t="t" l="l"/>
            <a:pathLst>
              <a:path h="2854252" w="2849062">
                <a:moveTo>
                  <a:pt x="0" y="0"/>
                </a:moveTo>
                <a:lnTo>
                  <a:pt x="2849062" y="0"/>
                </a:lnTo>
                <a:lnTo>
                  <a:pt x="2849062" y="2854252"/>
                </a:lnTo>
                <a:lnTo>
                  <a:pt x="0" y="285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81105" y="1479526"/>
            <a:ext cx="4246173" cy="1080844"/>
          </a:xfrm>
          <a:custGeom>
            <a:avLst/>
            <a:gdLst/>
            <a:ahLst/>
            <a:cxnLst/>
            <a:rect r="r" b="b" t="t" l="l"/>
            <a:pathLst>
              <a:path h="1080844" w="4246173">
                <a:moveTo>
                  <a:pt x="0" y="0"/>
                </a:moveTo>
                <a:lnTo>
                  <a:pt x="4246173" y="0"/>
                </a:lnTo>
                <a:lnTo>
                  <a:pt x="4246173" y="1080844"/>
                </a:lnTo>
                <a:lnTo>
                  <a:pt x="0" y="108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53666" y="2914050"/>
            <a:ext cx="9691203" cy="6433699"/>
          </a:xfrm>
          <a:custGeom>
            <a:avLst/>
            <a:gdLst/>
            <a:ahLst/>
            <a:cxnLst/>
            <a:rect r="r" b="b" t="t" l="l"/>
            <a:pathLst>
              <a:path h="6433699" w="9691203">
                <a:moveTo>
                  <a:pt x="0" y="0"/>
                </a:moveTo>
                <a:lnTo>
                  <a:pt x="9691203" y="0"/>
                </a:lnTo>
                <a:lnTo>
                  <a:pt x="9691203" y="6433699"/>
                </a:lnTo>
                <a:lnTo>
                  <a:pt x="0" y="64336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5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930" y="2719887"/>
            <a:ext cx="7875353" cy="6822025"/>
          </a:xfrm>
          <a:custGeom>
            <a:avLst/>
            <a:gdLst/>
            <a:ahLst/>
            <a:cxnLst/>
            <a:rect r="r" b="b" t="t" l="l"/>
            <a:pathLst>
              <a:path h="6822025" w="7875353">
                <a:moveTo>
                  <a:pt x="0" y="0"/>
                </a:moveTo>
                <a:lnTo>
                  <a:pt x="7875353" y="0"/>
                </a:lnTo>
                <a:lnTo>
                  <a:pt x="7875353" y="6822025"/>
                </a:lnTo>
                <a:lnTo>
                  <a:pt x="0" y="6822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58506" y="540674"/>
            <a:ext cx="11891371" cy="59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7"/>
              </a:lnSpc>
            </a:pPr>
            <a:r>
              <a:rPr lang="en-US" b="true" sz="4622" spc="1691">
                <a:solidFill>
                  <a:srgbClr val="404040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DIAGRAMA DE ALTO NIVEL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3810" y="1774753"/>
            <a:ext cx="4441356" cy="59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7"/>
              </a:lnSpc>
            </a:pPr>
            <a:r>
              <a:rPr lang="en-US" b="true" sz="4622" spc="1691">
                <a:solidFill>
                  <a:srgbClr val="404040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ORIGINAL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29199" y="2315175"/>
            <a:ext cx="2596151" cy="59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7"/>
              </a:lnSpc>
            </a:pPr>
            <a:r>
              <a:rPr lang="en-US" b="true" sz="4622" spc="1691">
                <a:solidFill>
                  <a:srgbClr val="404040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FINAL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6191" y="3679345"/>
            <a:ext cx="8004572" cy="513781"/>
            <a:chOff x="0" y="0"/>
            <a:chExt cx="2000221" cy="128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0221" cy="128386"/>
            </a:xfrm>
            <a:custGeom>
              <a:avLst/>
              <a:gdLst/>
              <a:ahLst/>
              <a:cxnLst/>
              <a:rect r="r" b="b" t="t" l="l"/>
              <a:pathLst>
                <a:path h="128386" w="2000221">
                  <a:moveTo>
                    <a:pt x="0" y="0"/>
                  </a:moveTo>
                  <a:lnTo>
                    <a:pt x="2000221" y="0"/>
                  </a:lnTo>
                  <a:lnTo>
                    <a:pt x="2000221" y="128386"/>
                  </a:lnTo>
                  <a:lnTo>
                    <a:pt x="0" y="128386"/>
                  </a:lnTo>
                  <a:close/>
                </a:path>
              </a:pathLst>
            </a:custGeom>
            <a:solidFill>
              <a:srgbClr val="D2F4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00221" cy="166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5690992" y="-291288"/>
            <a:ext cx="2849062" cy="2854252"/>
          </a:xfrm>
          <a:custGeom>
            <a:avLst/>
            <a:gdLst/>
            <a:ahLst/>
            <a:cxnLst/>
            <a:rect r="r" b="b" t="t" l="l"/>
            <a:pathLst>
              <a:path h="2854252" w="2849062">
                <a:moveTo>
                  <a:pt x="0" y="0"/>
                </a:moveTo>
                <a:lnTo>
                  <a:pt x="2849062" y="0"/>
                </a:lnTo>
                <a:lnTo>
                  <a:pt x="2849062" y="2854252"/>
                </a:lnTo>
                <a:lnTo>
                  <a:pt x="0" y="285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16884" y="1028700"/>
            <a:ext cx="4246173" cy="1080844"/>
          </a:xfrm>
          <a:custGeom>
            <a:avLst/>
            <a:gdLst/>
            <a:ahLst/>
            <a:cxnLst/>
            <a:rect r="r" b="b" t="t" l="l"/>
            <a:pathLst>
              <a:path h="1080844" w="4246173">
                <a:moveTo>
                  <a:pt x="0" y="0"/>
                </a:moveTo>
                <a:lnTo>
                  <a:pt x="4246173" y="0"/>
                </a:lnTo>
                <a:lnTo>
                  <a:pt x="4246173" y="1080844"/>
                </a:lnTo>
                <a:lnTo>
                  <a:pt x="0" y="108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352017"/>
            <a:ext cx="8356425" cy="7479438"/>
          </a:xfrm>
          <a:custGeom>
            <a:avLst/>
            <a:gdLst/>
            <a:ahLst/>
            <a:cxnLst/>
            <a:rect r="r" b="b" t="t" l="l"/>
            <a:pathLst>
              <a:path h="7479438" w="8356425">
                <a:moveTo>
                  <a:pt x="0" y="0"/>
                </a:moveTo>
                <a:lnTo>
                  <a:pt x="8356425" y="0"/>
                </a:lnTo>
                <a:lnTo>
                  <a:pt x="8356425" y="7479439"/>
                </a:lnTo>
                <a:lnTo>
                  <a:pt x="0" y="7479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28058" y="2806426"/>
            <a:ext cx="9265867" cy="75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5"/>
              </a:lnSpc>
            </a:pPr>
            <a:r>
              <a:rPr lang="en-US" b="true" sz="5891" spc="2156">
                <a:solidFill>
                  <a:srgbClr val="404040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DECLARACION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28058" y="3854313"/>
            <a:ext cx="7852308" cy="20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60"/>
              </a:lnSpc>
            </a:pPr>
            <a:r>
              <a:rPr lang="en-US" sz="1625" spc="388">
                <a:solidFill>
                  <a:srgbClr val="404040"/>
                </a:solidFill>
                <a:latin typeface="Helios"/>
                <a:ea typeface="Helios"/>
                <a:cs typeface="Helios"/>
                <a:sym typeface="Helios"/>
              </a:rPr>
              <a:t>Desarrollo en C# utilizando ASP.NET (.NET Framework)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690992" y="-291288"/>
            <a:ext cx="2849062" cy="2854252"/>
          </a:xfrm>
          <a:custGeom>
            <a:avLst/>
            <a:gdLst/>
            <a:ahLst/>
            <a:cxnLst/>
            <a:rect r="r" b="b" t="t" l="l"/>
            <a:pathLst>
              <a:path h="2854252" w="2849062">
                <a:moveTo>
                  <a:pt x="0" y="0"/>
                </a:moveTo>
                <a:lnTo>
                  <a:pt x="2849062" y="0"/>
                </a:lnTo>
                <a:lnTo>
                  <a:pt x="2849062" y="2854252"/>
                </a:lnTo>
                <a:lnTo>
                  <a:pt x="0" y="285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55737" y="1592232"/>
            <a:ext cx="4246173" cy="1080844"/>
          </a:xfrm>
          <a:custGeom>
            <a:avLst/>
            <a:gdLst/>
            <a:ahLst/>
            <a:cxnLst/>
            <a:rect r="r" b="b" t="t" l="l"/>
            <a:pathLst>
              <a:path h="1080844" w="4246173">
                <a:moveTo>
                  <a:pt x="0" y="0"/>
                </a:moveTo>
                <a:lnTo>
                  <a:pt x="4246173" y="0"/>
                </a:lnTo>
                <a:lnTo>
                  <a:pt x="4246173" y="1080844"/>
                </a:lnTo>
                <a:lnTo>
                  <a:pt x="0" y="108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1865" y="2886094"/>
            <a:ext cx="6634956" cy="7261378"/>
          </a:xfrm>
          <a:custGeom>
            <a:avLst/>
            <a:gdLst/>
            <a:ahLst/>
            <a:cxnLst/>
            <a:rect r="r" b="b" t="t" l="l"/>
            <a:pathLst>
              <a:path h="7261378" w="6634956">
                <a:moveTo>
                  <a:pt x="0" y="0"/>
                </a:moveTo>
                <a:lnTo>
                  <a:pt x="6634957" y="0"/>
                </a:lnTo>
                <a:lnTo>
                  <a:pt x="6634957" y="7261378"/>
                </a:lnTo>
                <a:lnTo>
                  <a:pt x="0" y="7261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86166" y="5257800"/>
            <a:ext cx="6205015" cy="314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31"/>
              </a:lnSpc>
            </a:pPr>
            <a:r>
              <a:rPr lang="en-US" b="true" sz="5137" spc="1880">
                <a:solidFill>
                  <a:srgbClr val="404040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MUESTRA DE COMO SE REGISTRA YA REALIZA LA VENTA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690992" y="-291288"/>
            <a:ext cx="2849062" cy="2854252"/>
          </a:xfrm>
          <a:custGeom>
            <a:avLst/>
            <a:gdLst/>
            <a:ahLst/>
            <a:cxnLst/>
            <a:rect r="r" b="b" t="t" l="l"/>
            <a:pathLst>
              <a:path h="2854252" w="2849062">
                <a:moveTo>
                  <a:pt x="0" y="0"/>
                </a:moveTo>
                <a:lnTo>
                  <a:pt x="2849062" y="0"/>
                </a:lnTo>
                <a:lnTo>
                  <a:pt x="2849062" y="2854252"/>
                </a:lnTo>
                <a:lnTo>
                  <a:pt x="0" y="285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55737" y="1592232"/>
            <a:ext cx="4246173" cy="1080844"/>
          </a:xfrm>
          <a:custGeom>
            <a:avLst/>
            <a:gdLst/>
            <a:ahLst/>
            <a:cxnLst/>
            <a:rect r="r" b="b" t="t" l="l"/>
            <a:pathLst>
              <a:path h="1080844" w="4246173">
                <a:moveTo>
                  <a:pt x="0" y="0"/>
                </a:moveTo>
                <a:lnTo>
                  <a:pt x="4246173" y="0"/>
                </a:lnTo>
                <a:lnTo>
                  <a:pt x="4246173" y="1080844"/>
                </a:lnTo>
                <a:lnTo>
                  <a:pt x="0" y="108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10745" y="3119245"/>
            <a:ext cx="3763395" cy="6339194"/>
          </a:xfrm>
          <a:custGeom>
            <a:avLst/>
            <a:gdLst/>
            <a:ahLst/>
            <a:cxnLst/>
            <a:rect r="r" b="b" t="t" l="l"/>
            <a:pathLst>
              <a:path h="6339194" w="3763395">
                <a:moveTo>
                  <a:pt x="0" y="0"/>
                </a:moveTo>
                <a:lnTo>
                  <a:pt x="3763395" y="0"/>
                </a:lnTo>
                <a:lnTo>
                  <a:pt x="3763395" y="6339194"/>
                </a:lnTo>
                <a:lnTo>
                  <a:pt x="0" y="63391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56315" y="4817813"/>
            <a:ext cx="9265867" cy="147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5"/>
              </a:lnSpc>
            </a:pPr>
            <a:r>
              <a:rPr lang="en-US" b="true" sz="5891" spc="2156">
                <a:solidFill>
                  <a:srgbClr val="404040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ESTRUCTURA DEL PROYECTO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690992" y="-291288"/>
            <a:ext cx="2849062" cy="2854252"/>
          </a:xfrm>
          <a:custGeom>
            <a:avLst/>
            <a:gdLst/>
            <a:ahLst/>
            <a:cxnLst/>
            <a:rect r="r" b="b" t="t" l="l"/>
            <a:pathLst>
              <a:path h="2854252" w="2849062">
                <a:moveTo>
                  <a:pt x="0" y="0"/>
                </a:moveTo>
                <a:lnTo>
                  <a:pt x="2849062" y="0"/>
                </a:lnTo>
                <a:lnTo>
                  <a:pt x="2849062" y="2854252"/>
                </a:lnTo>
                <a:lnTo>
                  <a:pt x="0" y="285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6802" y="5248275"/>
            <a:ext cx="8034396" cy="117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21"/>
              </a:lnSpc>
            </a:pPr>
            <a:r>
              <a:rPr lang="en-US" b="true" sz="4709" spc="1723">
                <a:solidFill>
                  <a:srgbClr val="404040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            FUNCIONAMIENTO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193" y="-398426"/>
            <a:ext cx="2849062" cy="2854252"/>
          </a:xfrm>
          <a:custGeom>
            <a:avLst/>
            <a:gdLst/>
            <a:ahLst/>
            <a:cxnLst/>
            <a:rect r="r" b="b" t="t" l="l"/>
            <a:pathLst>
              <a:path h="2854252" w="2849062">
                <a:moveTo>
                  <a:pt x="0" y="0"/>
                </a:moveTo>
                <a:lnTo>
                  <a:pt x="2849063" y="0"/>
                </a:lnTo>
                <a:lnTo>
                  <a:pt x="2849063" y="2854252"/>
                </a:lnTo>
                <a:lnTo>
                  <a:pt x="0" y="285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08126">
            <a:off x="1133771" y="777988"/>
            <a:ext cx="3048633" cy="1152938"/>
          </a:xfrm>
          <a:custGeom>
            <a:avLst/>
            <a:gdLst/>
            <a:ahLst/>
            <a:cxnLst/>
            <a:rect r="r" b="b" t="t" l="l"/>
            <a:pathLst>
              <a:path h="1152938" w="3048633">
                <a:moveTo>
                  <a:pt x="0" y="0"/>
                </a:moveTo>
                <a:lnTo>
                  <a:pt x="3048633" y="0"/>
                </a:lnTo>
                <a:lnTo>
                  <a:pt x="3048633" y="1152937"/>
                </a:lnTo>
                <a:lnTo>
                  <a:pt x="0" y="1152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985537" y="6203845"/>
            <a:ext cx="10316927" cy="487466"/>
            <a:chOff x="0" y="0"/>
            <a:chExt cx="2717215" cy="128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7215" cy="128386"/>
            </a:xfrm>
            <a:custGeom>
              <a:avLst/>
              <a:gdLst/>
              <a:ahLst/>
              <a:cxnLst/>
              <a:rect r="r" b="b" t="t" l="l"/>
              <a:pathLst>
                <a:path h="128386" w="2717215">
                  <a:moveTo>
                    <a:pt x="0" y="0"/>
                  </a:moveTo>
                  <a:lnTo>
                    <a:pt x="2717215" y="0"/>
                  </a:lnTo>
                  <a:lnTo>
                    <a:pt x="2717215" y="128386"/>
                  </a:lnTo>
                  <a:lnTo>
                    <a:pt x="0" y="128386"/>
                  </a:lnTo>
                  <a:close/>
                </a:path>
              </a:pathLst>
            </a:custGeom>
            <a:solidFill>
              <a:srgbClr val="D2F4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17215" cy="166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529780" y="3638367"/>
            <a:ext cx="11121945" cy="79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8"/>
              </a:lnSpc>
            </a:pPr>
            <a:r>
              <a:rPr lang="en-US" sz="6154" spc="1630">
                <a:solidFill>
                  <a:srgbClr val="40404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GRACIAS POR SU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8659" y="4730828"/>
            <a:ext cx="15347730" cy="134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85"/>
              </a:lnSpc>
            </a:pPr>
            <a:r>
              <a:rPr lang="en-US" b="true" sz="10401" spc="4306">
                <a:solidFill>
                  <a:srgbClr val="404040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ATENCIÓN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15525420" y="7743276"/>
            <a:ext cx="2849062" cy="2854252"/>
          </a:xfrm>
          <a:custGeom>
            <a:avLst/>
            <a:gdLst/>
            <a:ahLst/>
            <a:cxnLst/>
            <a:rect r="r" b="b" t="t" l="l"/>
            <a:pathLst>
              <a:path h="2854252" w="2849062">
                <a:moveTo>
                  <a:pt x="0" y="0"/>
                </a:moveTo>
                <a:lnTo>
                  <a:pt x="2849063" y="0"/>
                </a:lnTo>
                <a:lnTo>
                  <a:pt x="2849063" y="2854251"/>
                </a:lnTo>
                <a:lnTo>
                  <a:pt x="0" y="2854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491873">
            <a:off x="14080886" y="8268176"/>
            <a:ext cx="3048633" cy="1152938"/>
          </a:xfrm>
          <a:custGeom>
            <a:avLst/>
            <a:gdLst/>
            <a:ahLst/>
            <a:cxnLst/>
            <a:rect r="r" b="b" t="t" l="l"/>
            <a:pathLst>
              <a:path h="1152938" w="3048633">
                <a:moveTo>
                  <a:pt x="0" y="0"/>
                </a:moveTo>
                <a:lnTo>
                  <a:pt x="3048633" y="0"/>
                </a:lnTo>
                <a:lnTo>
                  <a:pt x="3048633" y="1152938"/>
                </a:lnTo>
                <a:lnTo>
                  <a:pt x="0" y="1152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DAG3MM1Ma18</dc:identifier>
  <dcterms:modified xsi:type="dcterms:W3CDTF">2011-08-01T06:04:30Z</dcterms:modified>
  <cp:revision>1</cp:revision>
  <dc:title>Presentación Diapositivas Propuesta de Proyecto Simple Sencilla Blanco y Verde</dc:title>
</cp:coreProperties>
</file>